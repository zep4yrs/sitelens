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网站安全透视系统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3703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验证型 Web 漏洞扫描器 · 指纹识别 → 漏洞验证 → 情报关联 全链路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5577840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742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信息工程学院 · 信息安全 2025 级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组长：程一 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01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选题背景与考核目标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91640" y="225856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为什么做网站安全扫描器，对应哪些考核要求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52344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953512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系统设计与实现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91640" y="342900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 · 面向对象四大特性 · 爬虫技术 · 核心模块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91640" y="3922776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412394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4142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测试与验证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691640" y="459943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项单测 + 32 项冒烟 + 真实站点实测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691640" y="5093208"/>
            <a:ext cx="99943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5294376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691640" y="53126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691640" y="576986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成果、不足与改进方向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选题背景与考核目标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39496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为什么做这个系统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现代网站由数十种第三方组件拼装：框架、CDN、统计、支付…任一组件的历史漏洞都可能成为入侵入口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全球漏洞情报每天新增数十条，人工翻源码、背 CVE 的评估方式效率低、易漏判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信息安全专业需要一套真实可用的授权评估工具，而非演示玩具</a:t>
            </a:r>
            <a:endParaRPr lang="en-US" sz="1350" dirty="0"/>
          </a:p>
          <a:p>
            <a:pPr marL="152400" indent="-152400">
              <a:lnSpc>
                <a:spcPts val="2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选题对应考核示例四「安全扫描器（综合）」并做了深度扩展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9496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对应课程考核要求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 / 继承 / 多态 / 组合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8368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检测器继承体系 + 组合根引擎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4290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 爬虫技术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会话管理 · 限速 · BeautifulSoup 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43434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综合运用与扩展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83680" y="4681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· 异步任务 · Web 工作台 · 导出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5257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合法合规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83680" y="55961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 · 限速 · 仅限授权目标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系统定位：一次输入，完成一次安全评估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看清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被动指纹识别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检测器 × 2850+ 指纹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响应头/Cookie/meta/DOM/脚本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02336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48056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漏洞主动验证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2613 条社区模板 + 42 条无害检测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发请求证实，命中才叫已验证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001000" y="2834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458200" y="1828800"/>
            <a:ext cx="35204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3252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定论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3252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情报三级判定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32520" y="30358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版本区间比对 + KEV 红标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评分与中文修复建议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89204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结果全量存入本地 PostgreSQL：可检索、可对比、可导出 —— 结论逐条附原始证据，可人工复核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2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2850+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502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产品指纹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88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2613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2788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验证模板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74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11024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5074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漏洞情报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60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1695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7360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KEV 在野利用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646920" y="5440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49+32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9646920" y="6281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项测试全过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总体架构：四层设计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展示层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0" y="1783080"/>
            <a:ext cx="940003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783080"/>
            <a:ext cx="8942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首页 · 扫描工作台 · 审计 · 批量 · 历史 · 情报库 · API 文档（零构建手写前端）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8072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86000" y="2807208"/>
            <a:ext cx="940003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14600" y="2807208"/>
            <a:ext cx="8942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Flask 页面路由 · REST API（14 组） · 异步任务队列（3 并发信号量）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31336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0" y="3831336"/>
            <a:ext cx="940003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14600" y="3831336"/>
            <a:ext cx="8942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目标校验 · 采集解析 · 指纹检测 ×7 · 验证引擎 · 情报关联 · 网络层 · 审计 · 爆破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4855464"/>
            <a:ext cx="15544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85546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286000" y="4855464"/>
            <a:ext cx="9400032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14600" y="4855464"/>
            <a:ext cx="8942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18：指纹库 / 漏洞情报 / KEV / CVE / 扫描结果 / 任务队列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59893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3.10 · Flask 3 · requests · BeautifulSoup4 · psycopg2 · PostgreSQL 18 · 零构建前端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OOP · 30分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面向对象设计：四大特性的真实落点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5528" y="19842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全部实体类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258775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双下划线私有属性 + 只读 property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置信度随独立证据来源自动提升（受控写入）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19842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继承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818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BaseDetector → 7 个子类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0528" y="258775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抽象模板方法 detect()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子类各消费一类证据：头/Cookie/meta/DOM/脚本/表达式/bundle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5528" y="41330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多态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1031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engine._run_detectors()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5528" y="47365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对检测器列表统一调用接口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新增检测器 = 新子类 + 注册一行，引擎零改动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10528" y="41330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8181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ScannerEngine 组合根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10528" y="4736592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 Fetcher/Crawler/Registry/VulnMatcher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Fetcher 内组合 RateLimiter 限速器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CRAWLER · 30分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爬虫技术：采集、解析与自我保护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476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00200" y="190195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requests.Session 统一采集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897880" y="1901952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全局限速 0.4s · 超时重试 · UA 自报 SiteLens/1.0 · Cookie 会话注入支持认证扫描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862072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2666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2980944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BeautifulSoup 结构化解析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97880" y="2980944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meta / script / DOM 选择器 / CSS 类名 / favicon mmh3 哈希 → 结构化证据对象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41056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600200" y="4059936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同域 BFS 深度爬取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97880" y="4059936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最多 4 页合并证据，先解析 robots.txt 遵循 Disallow，子页面组件检出率显著提升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5020056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5184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00200" y="513892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防护（工具自身安全）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897880" y="5138928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协议白名单 + 主机黑名单 + DNS 解析逐 IP 校验，拒绝内网/环回/保留地址与 DNS 重绑定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FINGERPRINT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核心模块：被动指纹识别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2850+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产品指纹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5468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15468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检测类别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80644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80644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检测器（多态）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58200" y="1920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&lt;1s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458200" y="27614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单页全量匹配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11831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206240"/>
            <a:ext cx="105430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证据驱动 + 规则数据化：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370 条自建精编指纹（JSONB 六类规则）+ 2481 条社区表达式指纹（组内 AND、组间 OR、!= 取反，导入期预解析）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多来源独立命中自动合并，置信度每来源 +5（上限 100）；版本号从响应头 / generator / 脚本文件名正则捕获</a:t>
            </a:r>
            <a:endParaRPr lang="en-US" sz="1300" dirty="0"/>
          </a:p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BundleDetector 补齐「打包进产物就消失」的框架：React / Vue / Framer Motion 等 15 种库签名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VERIFY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核心模块：验证型检测引擎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552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MoE 式模板三路调度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5603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tag 硬匹配置顶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8895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识别出 WordPress → WP 专项模板优先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34564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语义向量路由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7856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TF-IDF 哈希向量余弦排序（内容寻址）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95528" y="43525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轮转游标兜底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6817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无信号时轮转，2613 模板长期全覆盖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95528" y="5394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每轮仅激活 80 条模板 → 不做无差别空跑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0" y="1783080"/>
            <a:ext cx="52578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结论可信度设计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只读无害：42 条自研 check 全部只读（.git 泄露 / 备份文件 / Actuator 暴露 / 目录列表…）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 404 基线：先请求随机不存在路径，与基线相同的响应直接跳过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二次确认：命中后立即重放，两次均命中才采信，排除 CDN 抖动假阳性</a:t>
            </a:r>
            <a:endParaRPr lang="en-US" sz="1250" dirty="0"/>
          </a:p>
          <a:p>
            <a:pPr marL="152400" indent="-152400">
              <a:lnSpc>
                <a:spcPts val="1800"/>
              </a:lnSpc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附带轻量 DAST：反射 XSS 标记回显 / 报错型 SQLi / 开放重定向 / 目录遍历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INTEL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核心模块：漏洞情报三级判定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确认受影响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版本号落在 OSV 受影响区间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例：Next.js 13.5.1 → CVE-2025-29927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182880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可能受影响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同名组件但无版本号，仅提示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不下结论，供人工跟进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458200" y="182880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73252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不受影响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732520" y="2651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有版本但落在区间外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73252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直接过滤不输出，抑制误报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43484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数据底座：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11024 条漏洞情报 · 1323 条 OSV 版本区间 · 1695 条 CISA KEV 在野利用（命中红标） · 34931 行微软公告，24h 守护线程自动更新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52120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语义化版本比较：支持 &gt;=8.3,&lt;8.3.7 / 2.x / * 全部区间形态；检索 = trgm 粗筛 + 向量余弦重排（亚秒级）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系统测试：三层验证体系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项单元 / 集成测试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unittest 离线可重复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55848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55848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355848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 API 冒烟测试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38728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 / 参数 / 边界 / 导出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08776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208776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项真实站点识别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text-well.com 全面识别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61704" y="1783080"/>
            <a:ext cx="26060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061704" y="20574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061704" y="2898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项靶场回归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44584" y="3246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 100% · 干净站零误报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4251960"/>
            <a:ext cx="1118311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448056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测试发现并修复的真实问题：</a:t>
            </a:r>
            <a:endParaRPr lang="en-US" sz="1300" dirty="0"/>
          </a:p>
          <a:p>
            <a:pPr indent="0" marL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扫描级扩展信息被子模块覆盖 → 报告缺项 · 嵌于 Next.js 流式载荷中的内联组件漏检（补 body 正则指纹）· 中文 Windows nslookup 编码不一致 → 邮件安全误报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安全工具的纪律：合规内建于代码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5528" y="20025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SSRF 防护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解析后逐 IP 校验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5528" y="2651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扫描器自身不会被当成访问内网的跳板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20025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礼貌访问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50392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0.4s 限速 · UA 自报 · robots 遵循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10528" y="2651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对目标的压力可控、行为可识别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5528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POC 不落盘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78892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导入期即丢弃 rules / payload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5528" y="4800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只做情报关联，不执行攻击载荷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10528" y="4151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授权门禁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0392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登录爆破独立模块 + 授权声明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10528" y="48006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高危能力默认关、显式确认才可用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 · 面向对象程序设计实训答辩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548640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5528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4231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面向对象结构清晰：三次能力升级引擎零改动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「指纹 → 验证 → 情报」全链路完整，三级判定控制误报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工程化程度高：异步任务 / 批量 / diff / 四格式导出 / Token API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真实可用：数据全在本地 PG，非演示玩具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333333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不足与改进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吞吐量与 Go 系引擎有量级差距 → 模板请求按 path 聚类提速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requests 栈检不出需浏览器渲染的组件 → 明确的能力边界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OOB 回连，盲注类检不出 → 计划自托管轻量回调服务</a:t>
            </a:r>
            <a:endParaRPr lang="en-US" sz="1300" dirty="0"/>
          </a:p>
          <a:p>
            <a:pPr marL="152400" indent="-152400">
              <a:lnSpc>
                <a:spcPts val="1900"/>
              </a:lnSpc>
              <a:spcAft>
                <a:spcPts val="1300"/>
              </a:spcAft>
              <a:buSzPct val="100000"/>
              <a:buChar char="▸"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验证引擎计划增加 extractor，抽取版本回灌情报判定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恳请各位老师批评指正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474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现场演示环节：扫描工作台 · 指纹识别 · 已验证漏洞 · 情报三级判定 · 源码审计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sitelens</a:t>
            </a:r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信息工程学院 · 信息安全 2025 级 · 组长 程一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SiteLens 网站安全透视系统 — 面向对象程序设计实训答辩</dc:title>
  <dc:subject>PptxGenJS Presentation</dc:subject>
  <dc:creator>SiteLens</dc:creator>
  <cp:lastModifiedBy>SiteLens</cp:lastModifiedBy>
  <cp:revision>1</cp:revision>
  <dcterms:created xsi:type="dcterms:W3CDTF">2026-09-05T16:14:26Z</dcterms:created>
  <dcterms:modified xsi:type="dcterms:W3CDTF">2026-09-05T16:14:26Z</dcterms:modified>
</cp:coreProperties>
</file>